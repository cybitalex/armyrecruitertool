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y_logo1_rev_rgb_300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326212" cy="548640"/>
          </a:xfrm>
          <a:prstGeom prst="rect">
            <a:avLst/>
          </a:prstGeom>
        </p:spPr>
      </p:pic>
      <p:pic>
        <p:nvPicPr>
          <p:cNvPr id="4" name="Picture 3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106268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2F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26364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1E4C7"/>
                </a:solidFill>
              </a:defRPr>
            </a:pPr>
            <a:r>
              <a:t>Army Recruiter Tool | Proprietary Software | Copyright © 2025 Alex Moran</a:t>
            </a:r>
          </a:p>
        </p:txBody>
      </p:sp>
      <p:pic>
        <p:nvPicPr>
          <p:cNvPr id="7" name="Picture 6" descr="army_logo1_pos_rgb_300p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28800"/>
            <a:ext cx="5807266" cy="1371600"/>
          </a:xfrm>
          <a:prstGeom prst="rect">
            <a:avLst/>
          </a:prstGeom>
        </p:spPr>
      </p:pic>
      <p:pic>
        <p:nvPicPr>
          <p:cNvPr id="8" name="Picture 7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2656715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</a:defRPr>
            </a:pPr>
            <a:r>
              <a:t>Army Recruiter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Modernizing Recruitment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y_logo1_rev_rgb_300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326212" cy="548640"/>
          </a:xfrm>
          <a:prstGeom prst="rect">
            <a:avLst/>
          </a:prstGeom>
        </p:spPr>
      </p:pic>
      <p:pic>
        <p:nvPicPr>
          <p:cNvPr id="4" name="Picture 3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106268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2F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26364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1E4C7"/>
                </a:solidFill>
              </a:defRPr>
            </a:pPr>
            <a:r>
              <a:t>Army Recruiter Tool | Proprietary Software | Copyright © 2025 Alex Moran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Manual tracking and administrative burden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Difficulty identifying prime recruitment locations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Limited visibility into performance metrics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Inefficient prospect capture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y_logo1_rev_rgb_300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326212" cy="548640"/>
          </a:xfrm>
          <a:prstGeom prst="rect">
            <a:avLst/>
          </a:prstGeom>
        </p:spPr>
      </p:pic>
      <p:pic>
        <p:nvPicPr>
          <p:cNvPr id="4" name="Picture 3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106268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2F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26364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1E4C7"/>
                </a:solidFill>
              </a:defRPr>
            </a:pPr>
            <a:r>
              <a:t>Army Recruiter Tool | Proprietary Software | Copyright © 2025 Alex Moran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All-in-one web-based recruitment platform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Real-time dashboard with key metrics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Station commander oversight and reporting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QR code system for instant prospect capture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AI-powered prospecting map for location intelligence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Event management and automated communications</a:t>
            </a:r>
          </a:p>
          <a:p>
            <a:pPr>
              <a:spcAft>
                <a:spcPts val="500"/>
              </a:spcAft>
            </a:pPr>
            <a:r>
              <a:t>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Ready for immediate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y_logo1_rev_rgb_300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326212" cy="548640"/>
          </a:xfrm>
          <a:prstGeom prst="rect">
            <a:avLst/>
          </a:prstGeom>
        </p:spPr>
      </p:pic>
      <p:pic>
        <p:nvPicPr>
          <p:cNvPr id="4" name="Picture 3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106268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2F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26364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1E4C7"/>
                </a:solidFill>
              </a:defRPr>
            </a:pPr>
            <a:r>
              <a:t>Army Recruiter Tool | Proprietary Software | Copyright © 2025 Alex Moran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Dashboard: Real-time recruitment statistics and tracking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Station Commander View: Aggregated team metrics and exports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QR Codes: Instant prospect capture and attribution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Prospecting Map: AI-powered location discovery with scores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Event Management: Track and plan recruitment events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Automated Emails: Professional, Army-themed communications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Survey System: Real-time presentation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y_logo1_rev_rgb_300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326212" cy="548640"/>
          </a:xfrm>
          <a:prstGeom prst="rect">
            <a:avLst/>
          </a:prstGeom>
        </p:spPr>
      </p:pic>
      <p:pic>
        <p:nvPicPr>
          <p:cNvPr id="4" name="Picture 3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106268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2F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26364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1E4C7"/>
                </a:solidFill>
              </a:defRPr>
            </a:pPr>
            <a:r>
              <a:t>Army Recruiter Tool | Proprietary Software | Copyright © 2025 Alex Moran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Operational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Reduces administrative time by 50%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Increases recruiter efficiency and effectiveness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Data-driven decision making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Better targeting of prime locations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Professional, modern image</a:t>
            </a:r>
          </a:p>
          <a:p>
            <a:pPr>
              <a:spcAft>
                <a:spcPts val="500"/>
              </a:spcAft>
            </a:pPr>
            <a:r>
              <a:t>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More recruits, less paperwork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y_logo1_rev_rgb_300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326212" cy="548640"/>
          </a:xfrm>
          <a:prstGeom prst="rect">
            <a:avLst/>
          </a:prstGeom>
        </p:spPr>
      </p:pic>
      <p:pic>
        <p:nvPicPr>
          <p:cNvPr id="4" name="Picture 3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106268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2F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26364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1E4C7"/>
                </a:solidFill>
              </a:defRPr>
            </a:pPr>
            <a:r>
              <a:t>Army Recruiter Tool | Proprietary Software | Copyright © 2025 Alex Moran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Security &amp; Deployment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Enterprise-grade security: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• HTTPS/SSL encryption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• Secure authentication and password hashing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• Role-based access control (Recruiter/Commander/Admin)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• Protected routes and input validation</a:t>
            </a:r>
          </a:p>
          <a:p>
            <a:pPr>
              <a:spcAft>
                <a:spcPts val="500"/>
              </a:spcAft>
            </a:pPr>
            <a:r>
              <a:t>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Production Ready: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• Fully functional and deployed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• Scalable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y_logo1_rev_rgb_300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326212" cy="548640"/>
          </a:xfrm>
          <a:prstGeom prst="rect">
            <a:avLst/>
          </a:prstGeom>
        </p:spPr>
      </p:pic>
      <p:pic>
        <p:nvPicPr>
          <p:cNvPr id="4" name="Picture 3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106268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2F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26364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1E4C7"/>
                </a:solidFill>
              </a:defRPr>
            </a:pPr>
            <a:r>
              <a:t>Army Recruiter Tool | Proprietary Software | Copyright © 2025 Alex Moran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Approve pilot program for select stations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Schedule training for users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Establish success metrics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Begin phased rollout</a:t>
            </a:r>
          </a:p>
          <a:p>
            <a:pPr>
              <a:spcAft>
                <a:spcPts val="500"/>
              </a:spcAft>
            </a:pPr>
            <a:r>
              <a:t> 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Ready to proceed upon 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my_logo1_rev_rgb_300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326212" cy="548640"/>
          </a:xfrm>
          <a:prstGeom prst="rect">
            <a:avLst/>
          </a:prstGeom>
        </p:spPr>
      </p:pic>
      <p:pic>
        <p:nvPicPr>
          <p:cNvPr id="4" name="Picture 3" descr="airborne-inn-logo-whi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106268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2F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26364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1E4C7"/>
                </a:solidFill>
              </a:defRPr>
            </a:pPr>
            <a:r>
              <a:t>Army Recruiter Tool | Proprietary Software | Copyright © 2025 Alex Moran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https://armyrecruitertool.duckdns.org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